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82440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373185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79712060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809206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812771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389784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177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91580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467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852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3180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831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7562EF-7A3D-B850-AAE6-817FA973C7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01180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779286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527265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980492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73128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170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61354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12686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34878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00318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56706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3207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62305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36906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12696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0629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444432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534142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96846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541024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60219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81325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1224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07692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50373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2663801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551986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360182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27968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9105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700592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416553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503519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76651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5241632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436995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52757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691662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71788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41774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729351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553038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76463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875198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808283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59695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913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71526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2301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18580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70282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2534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27510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44842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596080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208890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80720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52224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41245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95784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48621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4370323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630097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89130137" name=""/>
          <p:cNvCxnSpPr/>
          <p:nvPr/>
        </p:nvCxnSpPr>
        <p:spPr bwMode="auto">
          <a:xfrm flipH="1" flipV="1">
            <a:off x="4630615" y="1392115"/>
            <a:ext cx="0" cy="3956538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750893" name=""/>
          <p:cNvCxnSpPr/>
          <p:nvPr/>
        </p:nvCxnSpPr>
        <p:spPr bwMode="auto">
          <a:xfrm rot="5399978" flipH="1" flipV="1">
            <a:off x="6266716" y="3028216"/>
            <a:ext cx="0" cy="3956537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3749351" name=""/>
          <p:cNvCxnSpPr/>
          <p:nvPr/>
        </p:nvCxnSpPr>
        <p:spPr bwMode="auto">
          <a:xfrm flipH="0" flipV="1">
            <a:off x="4612298" y="3480288"/>
            <a:ext cx="1483701" cy="1502019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548556" name=""/>
          <p:cNvCxnSpPr/>
          <p:nvPr/>
        </p:nvCxnSpPr>
        <p:spPr bwMode="auto">
          <a:xfrm flipH="0" flipV="1">
            <a:off x="6095999" y="2564422"/>
            <a:ext cx="2148985" cy="915865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815177178" name=""/>
          <p:cNvCxnSpPr/>
          <p:nvPr/>
        </p:nvCxnSpPr>
        <p:spPr bwMode="auto">
          <a:xfrm flipH="1" flipV="1">
            <a:off x="4630615" y="1392115"/>
            <a:ext cx="0" cy="3956538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661947" name=""/>
          <p:cNvCxnSpPr/>
          <p:nvPr/>
        </p:nvCxnSpPr>
        <p:spPr bwMode="auto">
          <a:xfrm rot="5399978" flipH="1" flipV="1">
            <a:off x="6266716" y="3028216"/>
            <a:ext cx="0" cy="3956537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254229" name=""/>
          <p:cNvCxnSpPr/>
          <p:nvPr/>
        </p:nvCxnSpPr>
        <p:spPr bwMode="auto">
          <a:xfrm flipH="0" flipV="1">
            <a:off x="4630615" y="2677990"/>
            <a:ext cx="1483701" cy="1502019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160484" name=""/>
          <p:cNvCxnSpPr/>
          <p:nvPr/>
        </p:nvCxnSpPr>
        <p:spPr bwMode="auto">
          <a:xfrm flipH="0" flipV="1">
            <a:off x="6114317" y="2677990"/>
            <a:ext cx="2148985" cy="0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2025-11-12T10:38:09Z</dcterms:modified>
</cp:coreProperties>
</file>